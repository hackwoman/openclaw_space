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>
                <a:solidFill>
                  <a:srgbClr val="FFD700"/>
                </a:solidFill>
              </a:defRPr>
            </a:pPr>
            <a:r>
              <a:t>2025年第一季度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经营分析报告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6B"/>
                </a:solidFill>
              </a:defRPr>
            </a:pPr>
            <a:r>
              <a:t>📊 核心指标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B494"/>
                </a:solidFill>
              </a:defRPr>
            </a:pPr>
            <a:r>
              <a:t>1,280万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8C8C8"/>
                </a:solidFill>
              </a:defRPr>
            </a:pPr>
            <a:r>
              <a:t>销售额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371600"/>
            <a:ext cx="3657600" cy="1828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6464FF"/>
                </a:solidFill>
              </a:defRPr>
            </a:pPr>
            <a:r>
              <a:t>116%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5603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8C8C8"/>
                </a:solidFill>
              </a:defRPr>
            </a:pPr>
            <a:r>
              <a:t>目标完成率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0" cy="1828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</a:defRPr>
            </a:pPr>
            <a:r>
              <a:t>56家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8C8C8"/>
                </a:solidFill>
              </a:defRPr>
            </a:pPr>
            <a:r>
              <a:t>新客户数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657600"/>
            <a:ext cx="3657600" cy="1828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393192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A29BFE"/>
                </a:solidFill>
              </a:defRPr>
            </a:pPr>
            <a:r>
              <a:t>94.5%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8463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8C8C8"/>
                </a:solidFill>
              </a:defRPr>
            </a:pPr>
            <a:r>
              <a:t>客户满意度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CEC9"/>
                </a:solidFill>
              </a:defRPr>
            </a:pPr>
            <a:r>
              <a:t>✅ 工作总结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✓ 销售额超额完成，同比增长23%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✓ 新客户开发成效显著，超额40%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✓ 客户满意度持续提升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✓ 团队建设取得进展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D700"/>
                </a:solidFill>
              </a:defRPr>
            </a:pPr>
            <a:r>
              <a:t>感谢聆听！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