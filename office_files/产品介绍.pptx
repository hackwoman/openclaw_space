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D700"/>
                </a:solidFill>
              </a:defRPr>
            </a:pPr>
            <a:r>
              <a:t>🦞 OpenClaw AI 助手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FFFFF"/>
                </a:solidFill>
              </a:defRPr>
            </a:pPr>
            <a:r>
              <a:t>智能 · 高效 · 全能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6B"/>
                </a:solidFill>
              </a:defRPr>
            </a:pPr>
            <a:r>
              <a:t>✨ 核心功能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16459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B494"/>
                </a:solidFill>
              </a:defRPr>
            </a:pPr>
            <a:r>
              <a:t>🎨 图像生成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SVG/PNG/像素艺术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3840480" cy="16459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464FF"/>
                </a:solidFill>
              </a:defRPr>
            </a:pPr>
            <a:r>
              <a:t>📊 数据处理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9456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Excel/Word/PPT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83280"/>
            <a:ext cx="3840480" cy="16459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🔍 智能搜索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网页搜索与分析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3383280"/>
            <a:ext cx="3840480" cy="16459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56616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29BFE"/>
                </a:solidFill>
              </a:defRPr>
            </a:pPr>
            <a:r>
              <a:t>💬 智能对话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20624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自然语言交互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CEC9"/>
                </a:solidFill>
              </a:defRPr>
            </a:pPr>
            <a:r>
              <a:t>📊 使用统计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FF6B6B"/>
                </a:solidFill>
              </a:defRPr>
            </a:pPr>
            <a:r>
              <a:t>10+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8C8C8"/>
                </a:solidFill>
              </a:defRPr>
            </a:pPr>
            <a:r>
              <a:t>支持格式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6459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CEC9"/>
                </a:solidFill>
              </a:defRPr>
            </a:pPr>
            <a:r>
              <a:t>50+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560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8C8C8"/>
                </a:solidFill>
              </a:defRPr>
            </a:pPr>
            <a:r>
              <a:t>技能工具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459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FFD700"/>
                </a:solidFill>
              </a:defRPr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560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8C8C8"/>
                </a:solidFill>
              </a:defRPr>
            </a:pPr>
            <a:r>
              <a:t>免费使用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59" y="16459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A29BFE"/>
                </a:solidFill>
              </a:defRPr>
            </a:pPr>
            <a:r>
              <a:t>24/7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59" y="2560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8C8C8"/>
                </a:solidFill>
              </a:defRPr>
            </a:pPr>
            <a:r>
              <a:t>全天在线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</a:defRPr>
            </a:pPr>
            <a:r>
              <a:t>感谢使用 OpenClaw! 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C8C8C8"/>
                </a:solidFill>
              </a:defRPr>
            </a:pPr>
            <a:r>
              <a:t>智能助手，无限可能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